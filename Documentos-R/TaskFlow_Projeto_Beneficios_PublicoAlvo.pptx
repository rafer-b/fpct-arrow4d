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6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326880" y="594360"/>
            <a:ext cx="1828800" cy="1828800"/>
          </a:xfrm>
          <a:prstGeom prst="ellipse">
            <a:avLst/>
          </a:prstGeom>
          <a:solidFill>
            <a:srgbClr val="3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2057400"/>
            <a:ext cx="1143000" cy="1143000"/>
          </a:xfrm>
          <a:prstGeom prst="ellipse">
            <a:avLst/>
          </a:prstGeom>
          <a:solidFill>
            <a:srgbClr val="2AA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0" y="3154680"/>
            <a:ext cx="658368" cy="658368"/>
          </a:xfrm>
          <a:prstGeom prst="ellipse">
            <a:avLst/>
          </a:prstGeom>
          <a:solidFill>
            <a:srgbClr val="F5B7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104120" y="4069080"/>
            <a:ext cx="1554480" cy="1554480"/>
          </a:xfrm>
          <a:prstGeom prst="ellipse">
            <a:avLst/>
          </a:prstGeom>
          <a:solidFill>
            <a:srgbClr val="36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78992"/>
            <a:ext cx="6949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2AA9A1"/>
                </a:solidFill>
                <a:latin typeface="Aptos"/>
              </a:rPr>
              <a:t>APRESENTAÇÃO DO PROJETO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749807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Aptos"/>
              </a:rPr>
              <a:t>TaskFlow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7680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0">
                <a:solidFill>
                  <a:srgbClr val="FFFFFF"/>
                </a:solidFill>
                <a:latin typeface="Aptos"/>
              </a:rPr>
              <a:t>Gestão de Projetos e Tarefas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49039"/>
            <a:ext cx="6675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900" b="0">
                <a:solidFill>
                  <a:srgbClr val="DCE4F0"/>
                </a:solidFill>
                <a:latin typeface="Aptos"/>
              </a:rPr>
              <a:t>O que é, o que o distingue, quais os seus benefícios e a quem se destina.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6080760"/>
            <a:ext cx="6400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DCE4F0"/>
                </a:solidFill>
                <a:latin typeface="Aptos"/>
              </a:rPr>
              <a:t>Projeto • Diferenciação • Benefícios • Público-alvo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82642"/>
                </a:solidFill>
                <a:latin typeface="Aptos"/>
              </a:rPr>
              <a:t>1. O que é o TaskFlow?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024128"/>
            <a:ext cx="749808" cy="64008"/>
          </a:xfrm>
          <a:prstGeom prst="rect">
            <a:avLst/>
          </a:prstGeom>
          <a:solidFill>
            <a:srgbClr val="2AA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25296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647182"/>
                </a:solidFill>
                <a:latin typeface="Aptos"/>
              </a:rPr>
              <a:t>A ideia principal do projeto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64922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300" b="1">
                <a:solidFill>
                  <a:srgbClr val="182642"/>
                </a:solidFill>
                <a:latin typeface="Aptos"/>
              </a:rPr>
              <a:t>O TaskFlow é uma aplicação de gestão de projetos e tarefas que pretende ajudar as pessoas a organizar o trabalho de forma simples e eficiente.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657600"/>
            <a:ext cx="612648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0">
                <a:solidFill>
                  <a:srgbClr val="2D3644"/>
                </a:solidFill>
                <a:latin typeface="Aptos"/>
              </a:rPr>
              <a:t>Permite planear atividades, definir prazos, atribuir responsabilidades e acompanhar o progresso das tarefas num único local.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26679" y="1828800"/>
            <a:ext cx="3383280" cy="30632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7848" y="2011680"/>
            <a:ext cx="298094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>
                <a:solidFill>
                  <a:srgbClr val="2AA9A1"/>
                </a:solidFill>
                <a:latin typeface="Aptos"/>
              </a:rPr>
              <a:t>IDEIA-CHAVE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7848" y="2432304"/>
            <a:ext cx="2980944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0">
                <a:solidFill>
                  <a:srgbClr val="2D3644"/>
                </a:solidFill>
                <a:latin typeface="Aptos"/>
              </a:rPr>
              <a:t>Transformar uma lista de tarefas dispersas num plano de trabalho organizado.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647182"/>
                </a:solidFill>
                <a:latin typeface="Aptos"/>
              </a:rPr>
              <a:t>TASKFLOW  |  Gestão de Projetos e Tarefas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182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82642"/>
                </a:solidFill>
                <a:latin typeface="Aptos"/>
              </a:rPr>
              <a:t>2. O que o torna diferente?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024128"/>
            <a:ext cx="749808" cy="64008"/>
          </a:xfrm>
          <a:prstGeom prst="rect">
            <a:avLst/>
          </a:prstGeom>
          <a:solidFill>
            <a:srgbClr val="2AA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25296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647182"/>
                </a:solidFill>
                <a:latin typeface="Aptos"/>
              </a:rPr>
              <a:t>O TaskFlow pretende destacar-se pela simplicidade e pelo foco nas necessidades essenciais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74519"/>
            <a:ext cx="49834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057400"/>
            <a:ext cx="458114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>
                <a:solidFill>
                  <a:srgbClr val="3669BE"/>
                </a:solidFill>
                <a:latin typeface="Aptos"/>
              </a:rPr>
              <a:t>Interface simples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478024"/>
            <a:ext cx="458114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2D3644"/>
                </a:solidFill>
                <a:latin typeface="Aptos"/>
              </a:rPr>
              <a:t>Uma experiência fácil de compreender, mesmo para novos utilizadores.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874519"/>
            <a:ext cx="49834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56248" y="2057400"/>
            <a:ext cx="458114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>
                <a:solidFill>
                  <a:srgbClr val="3669BE"/>
                </a:solidFill>
                <a:latin typeface="Aptos"/>
              </a:rPr>
              <a:t>Tudo num só lugar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6248" y="2478024"/>
            <a:ext cx="458114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2D3644"/>
                </a:solidFill>
                <a:latin typeface="Aptos"/>
              </a:rPr>
              <a:t>Projetos, tarefas, prazos e responsáveis reunidos numa plataforma.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49039"/>
            <a:ext cx="49834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931920"/>
            <a:ext cx="458114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>
                <a:solidFill>
                  <a:srgbClr val="3669BE"/>
                </a:solidFill>
                <a:latin typeface="Aptos"/>
              </a:rPr>
              <a:t>Foco na produtividade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4352544"/>
            <a:ext cx="458114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2D3644"/>
                </a:solidFill>
                <a:latin typeface="Aptos"/>
              </a:rPr>
              <a:t>Dar prioridade ao trabalho a realizar, sem complexidade desnecessária.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749039"/>
            <a:ext cx="49834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3931920"/>
            <a:ext cx="458114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>
                <a:solidFill>
                  <a:srgbClr val="3669BE"/>
                </a:solidFill>
                <a:latin typeface="Aptos"/>
              </a:rPr>
              <a:t>Adaptação ao utilizador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4352544"/>
            <a:ext cx="458114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2D3644"/>
                </a:solidFill>
                <a:latin typeface="Aptos"/>
              </a:rPr>
              <a:t>Possibilidade de orientar funcionalidades para estudantes e pequenas equipas.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1500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647182"/>
                </a:solidFill>
                <a:latin typeface="Aptos"/>
              </a:rPr>
              <a:t>A diferenciação real dependerá das funcionalidades implementadas e da comparação com soluções existentes.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647182"/>
                </a:solidFill>
                <a:latin typeface="Aptos"/>
              </a:rPr>
              <a:t>TASKFLOW  |  Gestão de Projetos e Tarefas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182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82642"/>
                </a:solidFill>
                <a:latin typeface="Aptos"/>
              </a:rPr>
              <a:t>3. Que benefícios traz?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024128"/>
            <a:ext cx="749808" cy="64008"/>
          </a:xfrm>
          <a:prstGeom prst="rect">
            <a:avLst/>
          </a:prstGeom>
          <a:solidFill>
            <a:srgbClr val="2AA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25296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647182"/>
                </a:solidFill>
                <a:latin typeface="Aptos"/>
              </a:rPr>
              <a:t>Como o TaskFlow pode ajudar no dia a dia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828800"/>
            <a:ext cx="3154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011680"/>
            <a:ext cx="275234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>
                <a:solidFill>
                  <a:srgbClr val="2AA9A1"/>
                </a:solidFill>
                <a:latin typeface="Aptos"/>
              </a:rPr>
              <a:t>Melhor organização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432304"/>
            <a:ext cx="275234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2D3644"/>
                </a:solidFill>
                <a:latin typeface="Aptos"/>
              </a:rPr>
              <a:t>Projetos e tarefas organizados num só espaço.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154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2011680"/>
            <a:ext cx="275234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>
                <a:solidFill>
                  <a:srgbClr val="2AA9A1"/>
                </a:solidFill>
                <a:latin typeface="Aptos"/>
              </a:rPr>
              <a:t>Gestão do tempo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2432304"/>
            <a:ext cx="275234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2D3644"/>
                </a:solidFill>
                <a:latin typeface="Aptos"/>
              </a:rPr>
              <a:t>Prazos visíveis e mais fáceis de acompanhar.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1828800"/>
            <a:ext cx="3154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8" y="2011680"/>
            <a:ext cx="275234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>
                <a:solidFill>
                  <a:srgbClr val="2AA9A1"/>
                </a:solidFill>
                <a:latin typeface="Aptos"/>
              </a:rPr>
              <a:t>Mais produtividade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0728" y="2432304"/>
            <a:ext cx="275234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2D3644"/>
                </a:solidFill>
                <a:latin typeface="Aptos"/>
              </a:rPr>
              <a:t>Ajuda a definir prioridades e reduzir esquecimentos.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06040" y="3794760"/>
            <a:ext cx="3154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07208" y="3977640"/>
            <a:ext cx="275234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>
                <a:solidFill>
                  <a:srgbClr val="2AA9A1"/>
                </a:solidFill>
                <a:latin typeface="Aptos"/>
              </a:rPr>
              <a:t>Colaboração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7208" y="4398264"/>
            <a:ext cx="275234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2D3644"/>
                </a:solidFill>
                <a:latin typeface="Aptos"/>
              </a:rPr>
              <a:t>Responsabilidades e atividades mais claras para a equipa.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794760"/>
            <a:ext cx="31546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3977640"/>
            <a:ext cx="275234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>
                <a:solidFill>
                  <a:srgbClr val="2AA9A1"/>
                </a:solidFill>
                <a:latin typeface="Aptos"/>
              </a:rPr>
              <a:t>Acompanhamento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4398264"/>
            <a:ext cx="2752344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2D3644"/>
                </a:solidFill>
                <a:latin typeface="Aptos"/>
              </a:rPr>
              <a:t>Permite ver tarefas concluídas, em curso e por realizar.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647182"/>
                </a:solidFill>
                <a:latin typeface="Aptos"/>
              </a:rPr>
              <a:t>TASKFLOW  |  Gestão de Projetos e Tarefas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182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82642"/>
                </a:solidFill>
                <a:latin typeface="Aptos"/>
              </a:rPr>
              <a:t>4. Qual é o público-alvo?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024128"/>
            <a:ext cx="749808" cy="64008"/>
          </a:xfrm>
          <a:prstGeom prst="rect">
            <a:avLst/>
          </a:prstGeom>
          <a:solidFill>
            <a:srgbClr val="2AA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25296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647182"/>
                </a:solidFill>
                <a:latin typeface="Aptos"/>
              </a:rPr>
              <a:t>Pessoas que precisam de organizar tarefas, projetos e prazos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49834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011680"/>
            <a:ext cx="458114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>
                <a:solidFill>
                  <a:srgbClr val="3669BE"/>
                </a:solidFill>
                <a:latin typeface="Aptos"/>
              </a:rPr>
              <a:t>Estudantes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432304"/>
            <a:ext cx="458114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2D3644"/>
                </a:solidFill>
                <a:latin typeface="Aptos"/>
              </a:rPr>
              <a:t>Organizar trabalhos individuais e de grupo, atividades académicas e entregas.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828800"/>
            <a:ext cx="49834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56248" y="2011680"/>
            <a:ext cx="458114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>
                <a:solidFill>
                  <a:srgbClr val="3669BE"/>
                </a:solidFill>
                <a:latin typeface="Aptos"/>
              </a:rPr>
              <a:t>Pequenas equipas e empresas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6248" y="2432304"/>
            <a:ext cx="458114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2D3644"/>
                </a:solidFill>
                <a:latin typeface="Aptos"/>
              </a:rPr>
              <a:t>Distribuir tarefas, definir responsabilidades e acompanhar projetos.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49039"/>
            <a:ext cx="49834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931920"/>
            <a:ext cx="458114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>
                <a:solidFill>
                  <a:srgbClr val="3669BE"/>
                </a:solidFill>
                <a:latin typeface="Aptos"/>
              </a:rPr>
              <a:t>Profissionais independentes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4352544"/>
            <a:ext cx="458114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2D3644"/>
                </a:solidFill>
                <a:latin typeface="Aptos"/>
              </a:rPr>
              <a:t>Planear o trabalho e controlar prazos de diferentes clientes ou projetos.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749039"/>
            <a:ext cx="498348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E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3931920"/>
            <a:ext cx="458114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>
                <a:solidFill>
                  <a:srgbClr val="3669BE"/>
                </a:solidFill>
                <a:latin typeface="Aptos"/>
              </a:rPr>
              <a:t>Utilizadores individuais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4352544"/>
            <a:ext cx="4581144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2D3644"/>
                </a:solidFill>
                <a:latin typeface="Aptos"/>
              </a:rPr>
              <a:t>Gerir tarefas pessoais, prioridades e objetivos.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647182"/>
                </a:solidFill>
                <a:latin typeface="Aptos"/>
              </a:rPr>
              <a:t>TASKFLOW  |  Gestão de Projetos e Tarefas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182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84048"/>
            <a:ext cx="10789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182642"/>
                </a:solidFill>
                <a:latin typeface="Aptos"/>
              </a:rPr>
              <a:t>5. Exemplo de utilização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024128"/>
            <a:ext cx="749808" cy="64008"/>
          </a:xfrm>
          <a:prstGeom prst="rect">
            <a:avLst/>
          </a:prstGeom>
          <a:solidFill>
            <a:srgbClr val="2AA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25296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647182"/>
                </a:solidFill>
                <a:latin typeface="Aptos"/>
              </a:rPr>
              <a:t>Como o TaskFlow pode ser usado na prática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2148840"/>
            <a:ext cx="24688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95728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2AA9A1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>
                <a:solidFill>
                  <a:srgbClr val="182642"/>
                </a:solidFill>
                <a:latin typeface="Aptos"/>
              </a:rPr>
              <a:t>Criar um projeto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93008"/>
            <a:ext cx="2057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2D3644"/>
                </a:solidFill>
                <a:latin typeface="Aptos"/>
              </a:rPr>
              <a:t>Ex.: trabalho de grupo ou projeto profissional.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9544" y="3090672"/>
            <a:ext cx="2926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3669BE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93591" y="2148840"/>
            <a:ext cx="24688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59" y="2395728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2AA9A1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59" y="2880360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>
                <a:solidFill>
                  <a:srgbClr val="182642"/>
                </a:solidFill>
                <a:latin typeface="Aptos"/>
              </a:rPr>
              <a:t>Adicionar tarefas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59" y="3493008"/>
            <a:ext cx="2057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2D3644"/>
                </a:solidFill>
                <a:latin typeface="Aptos"/>
              </a:rPr>
              <a:t>Dividir o projeto em atividades menores.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9904" y="3090672"/>
            <a:ext cx="2926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3669BE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73952" y="2148840"/>
            <a:ext cx="24688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2395728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2AA9A1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880360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>
                <a:solidFill>
                  <a:srgbClr val="182642"/>
                </a:solidFill>
                <a:latin typeface="Aptos"/>
              </a:rPr>
              <a:t>Definir prazos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493008"/>
            <a:ext cx="2057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2D3644"/>
                </a:solidFill>
                <a:latin typeface="Aptos"/>
              </a:rPr>
              <a:t>Indicar datas e responsáveis por cada tarefa.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70264" y="3090672"/>
            <a:ext cx="29260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3669BE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54311" y="2148840"/>
            <a:ext cx="246888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CE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55480" y="2395728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>
                <a:solidFill>
                  <a:srgbClr val="2AA9A1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5480" y="2880360"/>
            <a:ext cx="2057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700" b="1">
                <a:solidFill>
                  <a:srgbClr val="182642"/>
                </a:solidFill>
                <a:latin typeface="Aptos"/>
              </a:rPr>
              <a:t>Acompanhar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3493008"/>
            <a:ext cx="2057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0">
                <a:solidFill>
                  <a:srgbClr val="2D3644"/>
                </a:solidFill>
                <a:latin typeface="Aptos"/>
              </a:rPr>
              <a:t>Atualizar o estado e verificar o que falta concluir.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166360"/>
            <a:ext cx="10241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647182"/>
                </a:solidFill>
                <a:latin typeface="Aptos"/>
              </a:rPr>
              <a:t>Resultado esperado: maior clareza sobre o que fazer, quem é responsável e quando concluir.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>
                <a:solidFill>
                  <a:srgbClr val="647182"/>
                </a:solidFill>
                <a:latin typeface="Aptos"/>
              </a:rPr>
              <a:t>TASKFLOW  |  Gestão de Projetos e Tarefas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647182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6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77240"/>
            <a:ext cx="98755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Aptos"/>
              </a:rPr>
              <a:t>Conclusão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850392" y="1417320"/>
            <a:ext cx="749808" cy="64008"/>
          </a:xfrm>
          <a:prstGeom prst="rect">
            <a:avLst/>
          </a:prstGeom>
          <a:solidFill>
            <a:srgbClr val="2AA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874519"/>
            <a:ext cx="97840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O TaskFlow pretende tornar a gestão de projetos e tarefas mais simples, organizada e acessível.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474720"/>
            <a:ext cx="96012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>
                <a:solidFill>
                  <a:srgbClr val="DCE4F0"/>
                </a:solidFill>
                <a:latin typeface="Aptos"/>
              </a:rPr>
              <a:t>Através da centralização de tarefas, prazos e responsabilidades, a aplicação procura ajudar estudantes, profissionais e equipas a acompanhar o trabalho e alcançar os seus objetivos.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89788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2AA9A1"/>
                </a:solidFill>
                <a:latin typeface="Aptos"/>
              </a:rPr>
              <a:t>Obrigado pela atenção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411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DCE4F0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