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TASKFLOW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BEDCF5"/>
                </a:solidFill>
              </a:defRPr>
            </a:pPr>
            <a:r>
              <a:t>Delimitação do campo de atuação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971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Aplicação web para organização e acompanhamento de projetos académicos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63440"/>
            <a:ext cx="3108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773168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30368"/>
            <a:ext cx="2743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D3748"/>
                </a:solidFill>
              </a:defRPr>
            </a:pPr>
            <a:r>
              <a:t>Nuxt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663440"/>
            <a:ext cx="3108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4773168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230368"/>
            <a:ext cx="2743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D3748"/>
                </a:solidFill>
              </a:defRPr>
            </a:pPr>
            <a: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63440"/>
            <a:ext cx="3108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773168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Base de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230368"/>
            <a:ext cx="2743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D3748"/>
                </a:solidFill>
              </a:defRPr>
            </a:pPr>
            <a:r>
              <a:t>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1. O que é o TaskFlow?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Aplicação web para planear e acompanhar projetos académicos.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Foco especial em trabalhos realizados em grupo.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Organiza tarefas com responsáveis, prazos, prioridades e estados.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Reúne a informação essencial num único local.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B"/>
                </a:solidFill>
              </a:defRPr>
            </a:pPr>
            <a:r>
              <a:t>TASKFLOW • Delimitação do campo de atuação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2. Problema a resolver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Informação dispersa por mensagens, documentos e apontamentos.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Dúvidas sobre quem é responsável por cada parte do trabalho.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Dificuldade em acompanhar prazos e progresso.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O TaskFlow centraliza tarefas e torna o progresso mais visível.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B"/>
                </a:solidFill>
              </a:defRPr>
            </a:pPr>
            <a:r>
              <a:t>TASKFLOW • Delimitação do campo de atuação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3.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Objetivo geral: facilitar o planeamento e acompanhamento de projetos académicos.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Criar e organizar projetos.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Dividir projetos em tarefas.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Definir responsáveis, prazos, prioridades e estados.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Disponibilizar uma interface simples e responsiva.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B"/>
                </a:solidFill>
              </a:defRPr>
            </a:pPr>
            <a:r>
              <a:t>TASKFLOW • Delimitação do campo de atuação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4. Campo de atuação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Projetos académicos e trabalhos de grupo.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Estudantes do ensino superior e da formação profissional.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Gestão operacional: o que fazer, quem faz, quando e em que estado está.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Primeira versão com âmbito controlado e funcionalidades essenciais.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B"/>
                </a:solidFill>
              </a:defRPr>
            </a:pPr>
            <a:r>
              <a:t>TASKFLOW • Delimitação do campo de atuação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5. Tipos de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Trabalhos de investigação: pesquisa, análise e redação.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Desenvolvimento de software: requisitos, modelação, implementação e testes.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Apresentações e seminários: conteúdos, diapositivos e ensaios.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Projetos práticos e estudos de caso: execução, análise e relatório.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B"/>
                </a:solidFill>
              </a:defRPr>
            </a:pPr>
            <a:r>
              <a:t>TASKFLOW • Delimitação do campo de atuação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6. Tipos de tarefas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Planeamento: tema, objetivos, requisitos e prazos.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Pesquisa e análise: recolha e síntese de informação.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Conceção: diagramas, modelos e protótipos.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Execução, desenvolvimento, testes e revisão.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Documentação e entrega: relatório e apresentação final.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B"/>
                </a:solidFill>
              </a:defRPr>
            </a:pPr>
            <a:r>
              <a:t>TASKFLOW • Delimitação do campo de atuação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7. Dados por tarefa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Título e descrição.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Projeto associado e pessoa responsável.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Data limite / prazo.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Prioridade: baixa, média ou alta.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Estado: por iniciar, em curso, concluída ou bloqueada.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B"/>
                </a:solidFill>
              </a:defRPr>
            </a:pPr>
            <a:r>
              <a:t>TASKFLOW • Delimitação do campo de atuação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8. Público-alvo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Estudantes: utilizadores principais que criam projetos e acompanham tarefas.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Membros de grupo: colaboram e acompanham responsabilidades.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Docentes ou orientadores: participação direta poderá ser considerada futuramente.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B"/>
                </a:solidFill>
              </a:defRPr>
            </a:pPr>
            <a:r>
              <a:t>TASKFLOW • Delimitação do campo de atuação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9. Primeira versão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Criar e consultar projetos.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Criar e atualizar tarefas associadas aos projetos.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Atribuir responsáveis, prazos, prioridades e estados.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Consultar tarefas por projeto e estado.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Visualizar indicadores simples e guardar dados no PostgreSQL.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B"/>
                </a:solidFill>
              </a:defRPr>
            </a:pPr>
            <a:r>
              <a:t>TASKFLOW • Delimitação do campo de atuação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10. Fora do âmbito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Gestão financeira, orçamentos, faturação e pagamentos.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Construção, produção industrial e logística.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Gestão avançada de RH, vendas ou clientes.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Chat em tempo real e chamadas de vídeo.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Integrações complexas e supervisão institucional de docentes.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B"/>
                </a:solidFill>
              </a:defRPr>
            </a:pPr>
            <a:r>
              <a:t>TASKFLOW • Delimitação do campo de atuação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11. Arquitetura tecnológica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Nuxt 4 — frontend: interface, páginas, formulários e navegação.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FastAPI — backend: API, validação e regras de negócio.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PostgreSQL — dados: utilizadores, projetos, tarefas, estados e prazos.</a:t>
            </a:r>
          </a:p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Fluxo: utilizador → Nuxt 4 → FastAPI → PostgreSQL →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B"/>
                </a:solidFill>
              </a:defRPr>
            </a:pPr>
            <a:r>
              <a:t>TASKFLOW • Delimitação do campo de atuação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12. Resultados esperados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Mais clareza sobre tarefas e responsabilidades.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Melhor controlo de prazos e prioridades.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Menor dispersão da informação.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Visão mais clara do progresso individual e do grupo.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Base técnica para evolução gradual.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B"/>
                </a:solidFill>
              </a:defRPr>
            </a:pPr>
            <a:r>
              <a:t>TASKFLOW • Delimitação do campo de atuação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Síntese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149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O TaskFlow será uma aplicação web centrada em projetos académicos e trabalhos de grupo. A primeira versão permitirá organizar projetos em tarefas, atribuir responsabilidades e acompanhar prazos, prioridades e estados, usando Nuxt 4, FastAPI e PostgreSQL.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EDCF5"/>
                </a:solidFill>
              </a:defRPr>
            </a:pPr>
            <a: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