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640080"/>
            <a:ext cx="1828800" cy="182880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2148840"/>
            <a:ext cx="1143000" cy="1143000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0"/>
            <a:ext cx="640080" cy="640080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114800"/>
            <a:ext cx="1554480" cy="155448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AA9A1"/>
                </a:solidFill>
                <a:latin typeface="Aptos"/>
              </a:rPr>
              <a:t>PROPOSTA E PLANEAMENTO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ptos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solidFill>
                  <a:srgbClr val="FFFFFF"/>
                </a:solidFill>
                <a:latin typeface="Aptos"/>
              </a:rPr>
              <a:t>Gestão de Projetos e Tarefas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CE4F0"/>
                </a:solidFill>
                <a:latin typeface="Aptos"/>
              </a:rPr>
              <a:t>Definição, objetivos, público-alvo, metodologia, cronograma e arquitetura técnica.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AA9A1"/>
                </a:solidFill>
                <a:latin typeface="Aptos"/>
              </a:rPr>
              <a:t>Nuxt  •  FastAPI  •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1. Identificação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O que é o TaskFlow?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92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82642"/>
                </a:solidFill>
                <a:latin typeface="Aptos"/>
              </a:rPr>
              <a:t>O TaskFlow é uma aplicação web proposta para centralizar a criação e a gestão de projetos e tarefas.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3644"/>
                </a:solidFill>
                <a:latin typeface="Aptos"/>
              </a:rPr>
              <a:t>Os utilizadores poderão organizar atividades, definir prazos e responsabilidades e acompanhar o progresso.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19" y="198424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OBJETO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2368296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644"/>
                </a:solidFill>
                <a:latin typeface="Aptos"/>
              </a:rPr>
              <a:t>Desenvolver uma aplicação web de gestão de projetos e tarefas.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2. Justificação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Que problema pretende resolver?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68296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A informação pode ficar dispersa por mensagens, notas e folhas de cálculo.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84248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NECESSIDADE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68296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É importante saber o que falta fazer, quem é responsável e quais são os prazos.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84248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748"/>
                </a:solidFill>
                <a:latin typeface="Aptos"/>
              </a:rPr>
              <a:t>RESPOSTA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68296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Uma plataforma simples, acessível no navegador e focada nas funções essenciais.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647182"/>
                </a:solidFill>
                <a:latin typeface="Aptos"/>
              </a:rPr>
              <a:t>Motivação: reduzir a dispersão da informação e facilitar a organização do trabalho.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3. 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O que queremos alcançar?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657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OBJETIVO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68296"/>
            <a:ext cx="32918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3644"/>
                </a:solidFill>
                <a:latin typeface="Aptos"/>
              </a:rPr>
              <a:t>Desenvolver uma aplicação web que facilite a organização e o acompanhamento de projetos e tarefas.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7830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3317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•  Criar e gerir projetos.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9864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•  Adicionar tarefas associadas a projetos.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4655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•  Definir estado, prioridade e prazo.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3250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•  Acompanhar tarefas por estado e prazo.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599431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•  Guardar dados com consistência e testar os fluxos principais.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4. Público-alvo e diferenciação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Para quem é e como pretende destacar-se?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Estudantes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22576"/>
            <a:ext cx="47091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Organizar trabalhos e datas de entrega.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Pequenas equipas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22576"/>
            <a:ext cx="47091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Distribuir responsabilidades e acompanhar projetos.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7588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Profissionais independentes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9936"/>
            <a:ext cx="47091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Gerir atividades e prazos de trabalho.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7588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Utilizadores individuais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59936"/>
            <a:ext cx="47091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Organizar tarefas pessoais e prioridades.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A9A1"/>
                </a:solidFill>
                <a:latin typeface="Aptos"/>
              </a:rPr>
              <a:t>Diferenciação pretendida: interface simples, foco nas funções essenciais e fluxo de utilização direto.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5. Âmbito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O que deverá fazer a primeira versão?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Projetos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68296"/>
            <a:ext cx="4709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Criar, consultar, editar e arquivar.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8424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68296"/>
            <a:ext cx="4709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Criar, editar, associar a projetos e atualizar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1304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Planeamento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97096"/>
            <a:ext cx="4709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Definir prazos, prioridades e responsáveis.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13048"/>
            <a:ext cx="4709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Persistência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97096"/>
            <a:ext cx="4709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Guardar e recuperar informação através da API e da base de 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6. Ferramentas e arquitetura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Como as tecnologias trabalham em conjunto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NUXT —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14015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Interface web, páginas, formulários, navegação e vistas de projetos/tarefas.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02996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FASTAPI —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14015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API HTTP, regras de negócio, validação dos pedidos e comunicação com a base de 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874519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202996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748"/>
                </a:solidFill>
                <a:latin typeface="Aptos"/>
              </a:rPr>
              <a:t>POSTGRESQL —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414015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Armazenamento estruturado de projetos e tarefas, com relações e restrições de integridade.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642"/>
                </a:solidFill>
                <a:latin typeface="Aptos"/>
              </a:rPr>
              <a:t>Fluxo: Navegador → Nuxt → API FastAPI → PostgreSQL → resposta para a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182"/>
                </a:solidFill>
                <a:latin typeface="Aptos"/>
              </a:rPr>
              <a:t>Complementares possíveis: Git, GitHub, VS Code, ferramentas de teste e Docker.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7. 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Desenvolvimento incremental por fases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1 · Analisar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Requisitos e âmbito.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1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2 · Desenhar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Interface, dados e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3 · Preparar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Configurar Nuxt, FastAPI e PostgreSQL.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4 · Desenvolver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Implementar projetos e tarefas.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3608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5 · Testar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Validar fluxos e corrigir erros.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2286000"/>
            <a:ext cx="1737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9" y="24414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6 · Entregar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9" y="2825496"/>
            <a:ext cx="1371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3644"/>
                </a:solidFill>
                <a:latin typeface="Aptos"/>
              </a:rPr>
              <a:t>Documentar e demonstrar.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182"/>
                </a:solidFill>
                <a:latin typeface="Aptos"/>
              </a:rPr>
              <a:t>Cada fase termina com uma verificação do resultado e atualização do plano.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8. Cronograma indicativo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Estimativa inicial de oito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Requisitos e âmbito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084831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1343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Interface, dados 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660903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89504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Configuração técnica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236976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65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Semanas 4–5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65576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Desenvolvimento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813048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0416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Integração e validação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389120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17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Testes e correções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965192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Semana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19379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3644"/>
                </a:solidFill>
                <a:latin typeface="Aptos"/>
              </a:rPr>
              <a:t>Documentação e entrega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5541264"/>
            <a:ext cx="7955279" cy="13716"/>
          </a:xfrm>
          <a:prstGeom prst="rect">
            <a:avLst/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182"/>
                </a:solidFill>
                <a:latin typeface="Aptos"/>
              </a:rPr>
              <a:t>O calendário deve ser ajustado ao prazo real, à dimensão e aos recursos disponíveis.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9. Recursos, testes e riscos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Como verificar se o projeto funciona?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68296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Computador, ambiente de desenvolvimento, Nuxt, FastAPI, PostgreSQL, controlo de versões e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8424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68296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Verificar operações, validações, estados, prazos, integração da API e persistência dos 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98424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748"/>
                </a:solidFill>
                <a:latin typeface="Aptos"/>
              </a:rPr>
              <a:t>RISCOS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368296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Aumento do âmbito, atrasos e falhas de integração. Prevenir com prioridades, entregas pequenas e testes antecipados.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642"/>
                </a:solidFill>
                <a:latin typeface="Aptos"/>
              </a:rPr>
              <a:t>10. Resultados esperados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41832"/>
            <a:ext cx="731520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24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O que deverá existir no final?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0292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669BE"/>
                </a:solidFill>
                <a:latin typeface="Aptos"/>
              </a:rPr>
              <a:t>ENTREGÁVEIS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68296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• Aplicação web funcional.
• Interface Nuxt e API FastAPI integradas.
• Dados persistidos em PostgreSQL.
• Testes das funcionalidades principais.
• Documentação de instalação e utilização.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0292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842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A9A1"/>
                </a:solidFill>
                <a:latin typeface="Aptos"/>
              </a:rPr>
              <a:t>CRITÉRIOS DE SUCESSO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68296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• Projetos e tarefas podem ser geridos.
• As alterações ficam guardadas.
• Os dados inválidos são tratados.
• Os fluxos principais passam nos testes.
• A interface é compreensível para utilizadores de teste.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Nuxt + FastAPI +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Conclusão e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417320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875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O TaskFlow procura tornar a gestão de projetos e tarefas mais simples, organizada e acessível.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4F0"/>
                </a:solidFill>
                <a:latin typeface="Aptos"/>
              </a:rPr>
              <a:t>•  Confirmar os requisitos e o âmbito da primeira versão.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4F0"/>
                </a:solidFill>
                <a:latin typeface="Aptos"/>
              </a:rPr>
              <a:t>•  Decidir se a autenticação entra na primeira fase.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4F0"/>
                </a:solidFill>
                <a:latin typeface="Aptos"/>
              </a:rPr>
              <a:t>•  Desenhar o modelo de dados e os protótipos.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4F0"/>
                </a:solidFill>
                <a:latin typeface="Aptos"/>
              </a:rPr>
              <a:t>•  Implementar e testar o fluxo principal de projetos e tarefas.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Obrigado pela atenção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CE4F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