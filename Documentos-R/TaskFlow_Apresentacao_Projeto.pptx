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ptos Display"/>
              </a:defRPr>
            </a:pPr>
            <a:r>
              <a:t>TASKFLOW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60320"/>
            <a:ext cx="98755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>
                <a:solidFill>
                  <a:srgbClr val="BEEBE6"/>
                </a:solidFill>
                <a:latin typeface="Aptos Display"/>
              </a:defRPr>
            </a:pPr>
            <a:r>
              <a:t>Gestão e colaboração em projetos académicos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0690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  <a:latin typeface="Aptos"/>
              </a:defRPr>
            </a:pPr>
            <a:r>
              <a:t>Delimitação do campo de atuação e proposta técnico-funcional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A proposta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080"/>
                </a:solidFill>
                <a:latin typeface="Aptos"/>
              </a:defRPr>
            </a:pPr>
            <a:r>
              <a:t>Uma plataforma para organizar o trabalho académico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Centralizar projetos, tarefas, responsabilidades e prazos.</a:t>
            </a:r>
          </a:p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Dar visibilidade ao estado do trabalho e às prioridades.</a:t>
            </a:r>
          </a:p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Apoiar a coordenação entre estudantes e equipas académicas.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8080"/>
                </a:solidFill>
                <a:latin typeface="Aptos"/>
              </a:defRPr>
            </a:pPr>
            <a:r>
              <a:t>TASKFLOW  •  Proposta técnico-funcional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080"/>
                </a:solidFill>
                <a:latin typeface="Aptos"/>
              </a:defRPr>
            </a:pPr>
            <a:r>
              <a:t>Três dificuldades que o TaskFlow procura reduzir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Dispersão: informação repartida por mensagens, e-mails e apontamentos.</a:t>
            </a:r>
          </a:p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Responsabilidades ambíguas: duplicação de esforço ou tarefas esquecidas.</a:t>
            </a:r>
          </a:p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Progresso pouco visível: dificuldades em antecipar atrasos e bloqueios.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8080"/>
                </a:solidFill>
                <a:latin typeface="Aptos"/>
              </a:defRPr>
            </a:pPr>
            <a:r>
              <a:t>TASKFLOW  •  Proposta técnico-funcional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080"/>
                </a:solidFill>
                <a:latin typeface="Aptos"/>
              </a:defRPr>
            </a:pPr>
            <a:r>
              <a:t>Objetivo geral e metas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Otimizar a gestão de projetos académicos.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Criar e organizar vários projetos e as respetivas tarefas.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Definir responsável, prazo, prioridade e estado de execução.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Disponibilizar vistas e indicadores para acompanhar o progresso.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8080"/>
                </a:solidFill>
                <a:latin typeface="Aptos"/>
              </a:defRPr>
            </a:pPr>
            <a:r>
              <a:t>TASKFLOW  •  Proposta técnico-funcional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Campo de atuação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080"/>
                </a:solidFill>
                <a:latin typeface="Aptos"/>
              </a:defRPr>
            </a:pPr>
            <a:r>
              <a:t>Ensino Superior e Formação Profissional Avançada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Investigação: bibliografia, recolha de dados, análise e redação.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Software: requisitos, arquitetura, implementação, testes e documentação.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Seminários: pesquisa, diapositivos, ensaios e preparação do discurso.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Estudos de caso: diagnóstico, metodologias, análise e relatórios.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8080"/>
                </a:solidFill>
                <a:latin typeface="Aptos"/>
              </a:defRPr>
            </a:pPr>
            <a:r>
              <a:t>TASKFLOW  •  Proposta técnico-funcional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Tarefas 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080"/>
                </a:solidFill>
                <a:latin typeface="Aptos"/>
              </a:defRPr>
            </a:pPr>
            <a:r>
              <a:t>Ciclo funcional e atributos principais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Fases: planeamento → pesquisa → conceção → execução → validação → submissão.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Cada tarefa tem título, descrição e projeto associado.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Metadados: responsável, prazo, prioridade e estado.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Prioridades: baixa, média e alta; estados definidos para acompanhar a execução.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8080"/>
                </a:solidFill>
                <a:latin typeface="Aptos"/>
              </a:defRPr>
            </a:pPr>
            <a:r>
              <a:t>TASKFLOW  •  Proposta técnico-funcional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MVP e limites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080"/>
                </a:solidFill>
                <a:latin typeface="Aptos"/>
              </a:defRPr>
            </a:pPr>
            <a:r>
              <a:t>O que entra na primeira versão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Projetos: criar, editar, consultar e arquivar.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Tarefas: criar, editar, atribuir e alterar estado.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Filtros e indicadores de progresso.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Fora do MVP: gestão financeira, chat em tempo real, videochamadas e avaliação formal por docentes.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8080"/>
                </a:solidFill>
                <a:latin typeface="Aptos"/>
              </a:defRPr>
            </a:pPr>
            <a:r>
              <a:t>TASKFLOW  •  Proposta técnico-funcional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080"/>
                </a:solidFill>
                <a:latin typeface="Aptos"/>
              </a:defRPr>
            </a:pPr>
            <a:r>
              <a:t>Separação entre interface, API 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Nuxt 4 — interface web e pedidos HTTP assíncronos.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FastAPI — validação, regras de negócio e API REST em JSON.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PostgreSQL — armazenamento relacional e integridade referencial.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Fluxo: Nuxt 4 ⇄ API REST ⇄ FastAPI ⇄ PostgreSQL.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8080"/>
                </a:solidFill>
                <a:latin typeface="Aptos"/>
              </a:defRPr>
            </a:pPr>
            <a:r>
              <a:t>TASKFLOW  •  Proposta técnico-funcional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Impacto e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080"/>
                </a:solidFill>
                <a:latin typeface="Aptos"/>
              </a:defRPr>
            </a:pPr>
            <a:r>
              <a:t>Como avaliar o sucesso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Mais transparência na distribuição do trabalho.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Melhor acompanhamento de prazos e entregas.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Persistência dos dados após reinício dos serviços.</a:t>
            </a:r>
          </a:p>
          <a:p>
            <a:pPr>
              <a:spcAft>
                <a:spcPts val="1600"/>
              </a:spcAft>
              <a:defRPr sz="1900">
                <a:solidFill>
                  <a:srgbClr val="2D3748"/>
                </a:solidFill>
                <a:latin typeface="Aptos"/>
              </a:defRPr>
            </a:pPr>
            <a:r>
              <a:t>Validar o ciclo completo: projeto → tarefas → responsáveis → estados → conclusão.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8080"/>
                </a:solidFill>
                <a:latin typeface="Aptos"/>
              </a:defRPr>
            </a:pPr>
            <a:r>
              <a:t>TASKFLOW  •  Proposta técnico-funcional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08080"/>
                </a:solidFill>
                <a:latin typeface="Aptos"/>
              </a:defRPr>
            </a:pPr>
            <a:r>
              <a:t>Uma base tecnológica para colaboração académica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4846320"/>
          </a:xfrm>
          <a:prstGeom prst="rect">
            <a:avLst/>
          </a:prstGeom>
          <a:noFill/>
        </p:spPr>
        <p:txBody>
          <a:bodyPr wrap="square" lIns="109728" tIns="73152">
            <a:spAutoFit/>
          </a:bodyPr>
          <a:lstStyle/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Âmbito delimitado e orientado para necessidades concretas.</a:t>
            </a:r>
          </a:p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Stack: Nuxt 4 + FastAPI + PostgreSQL.</a:t>
            </a:r>
          </a:p>
          <a:p>
            <a:pPr>
              <a:spcAft>
                <a:spcPts val="1600"/>
              </a:spcAft>
              <a:defRPr sz="2100">
                <a:solidFill>
                  <a:srgbClr val="2D3748"/>
                </a:solidFill>
                <a:latin typeface="Aptos"/>
              </a:defRPr>
            </a:pPr>
            <a:r>
              <a:t>Próximo foco: consolidar a gestão de projetos e evoluir para tarefas e indicadores.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8080"/>
                </a:solidFill>
                <a:latin typeface="Aptos"/>
              </a:defRPr>
            </a:pPr>
            <a:r>
              <a:t>TASKFLOW  •  Proposta técnico-funcional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